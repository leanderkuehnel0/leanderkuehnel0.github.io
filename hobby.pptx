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73187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546812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68923931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3393633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473685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2890062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820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0956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9787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79B8B3-D922-F2B1-72FA-DCC57071A9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88028-1634-B02D-A8CA-5FE27B7188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D60984-82F4-8392-8F4C-40D3941713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CC22-680D-77D7-DE7A-3D86F5B5D7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87CFC-9E95-8A94-8186-C2F932AB6C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33388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326342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1708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426442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33666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5420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511669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90914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09816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44119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56846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46505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510671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54462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9554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2407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785254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41119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50016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46666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46071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79869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8663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96404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418275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2060583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41347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423653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401072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8535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660096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631653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021571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37408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9967961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34952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08979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849140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94292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07865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58860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74155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55016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498159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4266716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691883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63304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27872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6276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867131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19585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84773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76639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56635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004127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872638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409144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12978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44829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58727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274536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974521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9208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453168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en-US"/>
              <a:t>Mein Hooby</a:t>
            </a:r>
            <a:endParaRPr lang="en-US"/>
          </a:p>
        </p:txBody>
      </p:sp>
      <p:sp>
        <p:nvSpPr>
          <p:cNvPr id="210987940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Lustiges Hobby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0064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Warum ist es cool?</a:t>
            </a:r>
            <a:endParaRPr/>
          </a:p>
        </p:txBody>
      </p:sp>
      <p:sp>
        <p:nvSpPr>
          <p:cNvPr id="11147988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Abhängigkeit (Routine im Leben)</a:t>
            </a: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Sieht cool aus</a:t>
            </a:r>
            <a:endParaRPr/>
          </a:p>
          <a:p>
            <a:pPr>
              <a:defRPr/>
            </a:pPr>
            <a:r>
              <a:rPr/>
              <a:t>Keine Probleme mit zu niedriger Rente</a:t>
            </a:r>
            <a:endParaRPr/>
          </a:p>
          <a:p>
            <a:pPr>
              <a:defRPr/>
            </a:pPr>
            <a:r>
              <a:rPr/>
              <a:t>Kein Schweißgeruch (gut für Informatikstudenten)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79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1588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Wer sollte es tun?</a:t>
            </a:r>
            <a:endParaRPr/>
          </a:p>
        </p:txBody>
      </p:sp>
      <p:sp>
        <p:nvSpPr>
          <p:cNvPr id="4153359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Jeder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33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84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Wann sollte man es tun?</a:t>
            </a:r>
            <a:endParaRPr/>
          </a:p>
        </p:txBody>
      </p:sp>
      <p:sp>
        <p:nvSpPr>
          <p:cNvPr id="13372233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Nach dem Sex</a:t>
            </a:r>
            <a:endParaRPr/>
          </a:p>
          <a:p>
            <a:pPr>
              <a:defRPr/>
            </a:pPr>
            <a:r>
              <a:rPr/>
              <a:t>Bei Streit mit den Eltern</a:t>
            </a:r>
            <a:endParaRPr/>
          </a:p>
          <a:p>
            <a:pPr>
              <a:defRPr/>
            </a:pPr>
            <a:r>
              <a:rPr/>
              <a:t>Wenn man nicht weiter weiß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22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7574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Danke  fürs Zuhoren</a:t>
            </a:r>
            <a:endParaRPr/>
          </a:p>
        </p:txBody>
      </p:sp>
      <p:pic>
        <p:nvPicPr>
          <p:cNvPr id="184221688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38892" y="1825624"/>
            <a:ext cx="4762499" cy="4762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3886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Auflösung</a:t>
            </a:r>
            <a:endParaRPr/>
          </a:p>
        </p:txBody>
      </p:sp>
      <p:sp>
        <p:nvSpPr>
          <p:cNvPr id="197176907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Rauchne</a:t>
            </a:r>
            <a:endParaRPr/>
          </a:p>
        </p:txBody>
      </p:sp>
      <p:pic>
        <p:nvPicPr>
          <p:cNvPr id="194348726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444749" y="2603499"/>
            <a:ext cx="9144000" cy="2222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2026-09-18T12:29:54Z</dcterms:modified>
</cp:coreProperties>
</file>